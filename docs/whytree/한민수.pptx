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>
        <p:scale>
          <a:sx n="125" d="100"/>
          <a:sy n="125" d="100"/>
        </p:scale>
        <p:origin x="510" y="9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6400" y="254000"/>
            <a:ext cx="190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800" b="1" err="1">
                <a:solidFill>
                  <a:srgbClr val="1B2A4A"/>
                </a:solidFill>
                <a:latin typeface="Malgun Gothic"/>
                <a:ea typeface="Malgun Gothic"/>
              </a:rPr>
              <a:t>WhyTree</a:t>
            </a:r>
            <a:endParaRPr lang="en-US" sz="1800" b="1">
              <a:solidFill>
                <a:srgbClr val="1B2A4A"/>
              </a:solidFill>
              <a:latin typeface="Malgun Gothic"/>
              <a:ea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61249" y="83062"/>
            <a:ext cx="952500" cy="189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100" b="0">
                <a:solidFill>
                  <a:srgbClr val="64748B"/>
                </a:solidFill>
                <a:latin typeface="Malgun Gothic"/>
                <a:ea typeface="Malgun Gothic"/>
              </a:rPr>
              <a:t>이름 또는 별명</a:t>
            </a:r>
          </a:p>
        </p:txBody>
      </p:sp>
      <p:sp>
        <p:nvSpPr>
          <p:cNvPr id="4" name="입력: 이름 또는 별명"/>
          <p:cNvSpPr/>
          <p:nvPr/>
        </p:nvSpPr>
        <p:spPr>
          <a:xfrm>
            <a:off x="8413749" y="0"/>
            <a:ext cx="19050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>
                <a:solidFill>
                  <a:srgbClr val="1E293B"/>
                </a:solidFill>
                <a:latin typeface="Malgun Gothic"/>
                <a:ea typeface="Malgun Gothic"/>
              </a:rPr>
              <a:t>한민수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41171" y="81331"/>
            <a:ext cx="353827" cy="1929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100" b="0">
                <a:solidFill>
                  <a:srgbClr val="64748B"/>
                </a:solidFill>
                <a:latin typeface="Malgun Gothic"/>
                <a:ea typeface="Malgun Gothic"/>
              </a:rPr>
              <a:t>날짜</a:t>
            </a:r>
          </a:p>
        </p:txBody>
      </p:sp>
      <p:sp>
        <p:nvSpPr>
          <p:cNvPr id="6" name="입력: 날짜"/>
          <p:cNvSpPr/>
          <p:nvPr/>
        </p:nvSpPr>
        <p:spPr>
          <a:xfrm>
            <a:off x="10795000" y="0"/>
            <a:ext cx="13970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>
                <a:solidFill>
                  <a:srgbClr val="1E293B"/>
                </a:solidFill>
                <a:latin typeface="Malgun Gothic"/>
                <a:ea typeface="Malgun Gothic"/>
              </a:rPr>
              <a:t>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0" y="952500"/>
            <a:ext cx="5715000" cy="258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500" b="1">
                <a:solidFill>
                  <a:srgbClr val="2563EB"/>
                </a:solidFill>
                <a:latin typeface="Malgun Gothic"/>
                <a:ea typeface="Malgun Gothic"/>
              </a:rPr>
              <a:t>SDR Agent — </a:t>
            </a:r>
            <a:r>
              <a:rPr lang="ko-KR" altLang="en-US" sz="1500" b="1">
                <a:solidFill>
                  <a:srgbClr val="2563EB"/>
                </a:solidFill>
                <a:latin typeface="Malgun Gothic"/>
                <a:ea typeface="Malgun Gothic"/>
              </a:rPr>
              <a:t>리드 분류의 </a:t>
            </a:r>
            <a:r>
              <a:rPr lang="en-US" sz="1500" b="1">
                <a:solidFill>
                  <a:srgbClr val="2563EB"/>
                </a:solidFill>
                <a:latin typeface="Malgun Gothic"/>
                <a:ea typeface="Malgun Gothic"/>
              </a:rPr>
              <a:t>WhyTree</a:t>
            </a:r>
          </a:p>
        </p:txBody>
      </p:sp>
      <p:sp>
        <p:nvSpPr>
          <p:cNvPr id="100" name="w_a2"/>
          <p:cNvSpPr/>
          <p:nvPr/>
        </p:nvSpPr>
        <p:spPr>
          <a:xfrm>
            <a:off x="670000" y="3550000"/>
            <a:ext cx="2350000" cy="508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25400" rIns="12700" bIns="25400" rtlCol="0" anchor="ctr"/>
          <a:lstStyle/>
          <a:p>
            <a:pPr algn="ctr"/>
            <a:r>
              <a:rPr lang="ko-KR" altLang="en-US" sz="1150" b="1">
                <a:solidFill>
                  <a:srgbClr val="1E293B"/>
                </a:solidFill>
                <a:latin typeface="Malgun Gothic"/>
                <a:ea typeface="Malgun Gothic"/>
              </a:rPr>
              <a:t>사람이 맥락을 알고 고객 만나기</a:t>
            </a:r>
          </a:p>
        </p:txBody>
      </p:sp>
      <p:sp>
        <p:nvSpPr>
          <p:cNvPr id="101" name="w_a1"/>
          <p:cNvSpPr/>
          <p:nvPr/>
        </p:nvSpPr>
        <p:spPr>
          <a:xfrm>
            <a:off x="4050000" y="3550000"/>
            <a:ext cx="2350000" cy="508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25400" rIns="12700" bIns="25400" rtlCol="0" anchor="ctr"/>
          <a:lstStyle/>
          <a:p>
            <a:pPr algn="ctr"/>
            <a:r>
              <a:rPr lang="ko-KR" altLang="en-US" sz="1150" b="1">
                <a:solidFill>
                  <a:srgbClr val="1E293B"/>
                </a:solidFill>
                <a:latin typeface="Malgun Gothic"/>
                <a:ea typeface="Malgun Gothic"/>
              </a:rPr>
              <a:t>리드마다 다음 행동 빨리 정하기</a:t>
            </a:r>
          </a:p>
        </p:txBody>
      </p:sp>
      <p:sp>
        <p:nvSpPr>
          <p:cNvPr id="102" name="w_b1"/>
          <p:cNvSpPr/>
          <p:nvPr/>
        </p:nvSpPr>
        <p:spPr>
          <a:xfrm>
            <a:off x="6585000" y="3550000"/>
            <a:ext cx="2350000" cy="508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25400" rIns="12700" bIns="25400" rtlCol="0" anchor="ctr"/>
          <a:lstStyle/>
          <a:p>
            <a:pPr algn="ctr"/>
            <a:r>
              <a:rPr lang="ko-KR" altLang="en-US" sz="1150" b="1">
                <a:solidFill>
                  <a:srgbClr val="1E293B"/>
                </a:solidFill>
                <a:latin typeface="Malgun Gothic"/>
                <a:ea typeface="Malgun Gothic"/>
              </a:rPr>
              <a:t>맞춤 메시지 빠르게 보내기</a:t>
            </a:r>
          </a:p>
        </p:txBody>
      </p:sp>
      <p:sp>
        <p:nvSpPr>
          <p:cNvPr id="103" name="w_b2"/>
          <p:cNvSpPr/>
          <p:nvPr/>
        </p:nvSpPr>
        <p:spPr>
          <a:xfrm>
            <a:off x="9120000" y="3550000"/>
            <a:ext cx="2350000" cy="508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25400" rIns="12700" bIns="25400" rtlCol="0" anchor="ctr"/>
          <a:lstStyle/>
          <a:p>
            <a:pPr algn="ctr"/>
            <a:r>
              <a:rPr lang="ko-KR" altLang="en-US" sz="1150" b="1">
                <a:solidFill>
                  <a:srgbClr val="1E293B"/>
                </a:solidFill>
                <a:latin typeface="Malgun Gothic"/>
                <a:ea typeface="Malgun Gothic"/>
              </a:rPr>
              <a:t>미팅까지 이어가기</a:t>
            </a:r>
          </a:p>
        </p:txBody>
      </p:sp>
      <p:sp>
        <p:nvSpPr>
          <p:cNvPr id="104" name="w_a"/>
          <p:cNvSpPr/>
          <p:nvPr/>
        </p:nvSpPr>
        <p:spPr>
          <a:xfrm>
            <a:off x="2360000" y="2350000"/>
            <a:ext cx="2350000" cy="5080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25400" rIns="12700" bIns="25400" rtlCol="0" anchor="ctr"/>
          <a:lstStyle/>
          <a:p>
            <a:pPr algn="ctr"/>
            <a:r>
              <a:rPr lang="ko-KR" altLang="en-US" sz="1150" b="1">
                <a:solidFill>
                  <a:srgbClr val="1B2A4A"/>
                </a:solidFill>
                <a:latin typeface="Malgun Gothic"/>
                <a:ea typeface="Malgun Gothic"/>
              </a:rPr>
              <a:t>사람의 시간을 유망 고객에 쓰기</a:t>
            </a:r>
          </a:p>
        </p:txBody>
      </p:sp>
      <p:sp>
        <p:nvSpPr>
          <p:cNvPr id="105" name="w_b"/>
          <p:cNvSpPr/>
          <p:nvPr/>
        </p:nvSpPr>
        <p:spPr>
          <a:xfrm>
            <a:off x="7852500" y="2350000"/>
            <a:ext cx="2350000" cy="5080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25400" rIns="12700" bIns="25400" rtlCol="0" anchor="ctr"/>
          <a:lstStyle/>
          <a:p>
            <a:pPr algn="ctr"/>
            <a:r>
              <a:rPr lang="ko-KR" altLang="en-US" sz="1150" b="1">
                <a:solidFill>
                  <a:srgbClr val="1B2A4A"/>
                </a:solidFill>
                <a:latin typeface="Malgun Gothic"/>
                <a:ea typeface="Malgun Gothic"/>
              </a:rPr>
              <a:t>고객 접촉 범위 넓히기</a:t>
            </a:r>
          </a:p>
        </p:txBody>
      </p:sp>
      <p:sp>
        <p:nvSpPr>
          <p:cNvPr id="106" name="w_0"/>
          <p:cNvSpPr/>
          <p:nvPr/>
        </p:nvSpPr>
        <p:spPr>
          <a:xfrm>
            <a:off x="4681250" y="1330000"/>
            <a:ext cx="3200000" cy="50800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25400" rIns="12700" bIns="25400" rtlCol="0" anchor="ctr"/>
          <a:lstStyle/>
          <a:p>
            <a:pPr algn="ctr"/>
            <a:r>
              <a:rPr lang="ko-KR" altLang="en-US" sz="1150" b="1">
                <a:solidFill>
                  <a:srgbClr val="FFFFFF"/>
                </a:solidFill>
                <a:latin typeface="Malgun Gothic"/>
                <a:ea typeface="Malgun Gothic"/>
              </a:rPr>
              <a:t>인력을 늘리지 않고 더 많은 고객 커버하기</a:t>
            </a:r>
          </a:p>
        </p:txBody>
      </p:sp>
      <p:sp>
        <p:nvSpPr>
          <p:cNvPr id="107" name="n_coach"/>
          <p:cNvSpPr/>
          <p:nvPr/>
        </p:nvSpPr>
        <p:spPr>
          <a:xfrm>
            <a:off x="250000" y="4750000"/>
            <a:ext cx="1500000" cy="508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25400" rIns="12700" bIns="25400" rtlCol="0" anchor="ctr"/>
          <a:lstStyle/>
          <a:p>
            <a:pPr algn="ctr"/>
            <a:r>
              <a:rPr lang="ko-KR" altLang="en-US" sz="1100" b="1">
                <a:solidFill>
                  <a:srgbClr val="64748B"/>
                </a:solidFill>
                <a:latin typeface="Malgun Gothic"/>
                <a:ea typeface="Malgun Gothic"/>
              </a:rPr>
              <a:t>모의 콜 코칭</a:t>
            </a:r>
          </a:p>
        </p:txBody>
      </p:sp>
      <p:sp>
        <p:nvSpPr>
          <p:cNvPr id="108" name="s_handoff"/>
          <p:cNvSpPr/>
          <p:nvPr/>
        </p:nvSpPr>
        <p:spPr>
          <a:xfrm>
            <a:off x="1940000" y="4750000"/>
            <a:ext cx="1500000" cy="5080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25400" rIns="12700" bIns="25400" rtlCol="0" anchor="ctr"/>
          <a:lstStyle/>
          <a:p>
            <a:pPr algn="ctr"/>
            <a:r>
              <a:rPr lang="ko-KR" altLang="en-US" sz="1150" b="1">
                <a:solidFill>
                  <a:srgbClr val="FFFFFF"/>
                </a:solidFill>
                <a:latin typeface="Malgun Gothic"/>
                <a:ea typeface="Malgun Gothic"/>
              </a:rPr>
              <a:t>인계 메모</a:t>
            </a:r>
          </a:p>
        </p:txBody>
      </p:sp>
      <p:sp>
        <p:nvSpPr>
          <p:cNvPr id="109" name="s_classify"/>
          <p:cNvSpPr/>
          <p:nvPr/>
        </p:nvSpPr>
        <p:spPr>
          <a:xfrm>
            <a:off x="3630000" y="4750000"/>
            <a:ext cx="1500000" cy="5080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25400" rIns="12700" bIns="25400" rtlCol="0" anchor="ctr"/>
          <a:lstStyle/>
          <a:p>
            <a:pPr algn="ctr"/>
            <a:r>
              <a:rPr lang="ko-KR" altLang="en-US" sz="1150" b="1">
                <a:solidFill>
                  <a:srgbClr val="FFFFFF"/>
                </a:solidFill>
                <a:latin typeface="Malgun Gothic"/>
                <a:ea typeface="Malgun Gothic"/>
              </a:rPr>
              <a:t>리드 분류</a:t>
            </a:r>
          </a:p>
        </p:txBody>
      </p:sp>
      <p:sp>
        <p:nvSpPr>
          <p:cNvPr id="110" name="s_profile"/>
          <p:cNvSpPr/>
          <p:nvPr/>
        </p:nvSpPr>
        <p:spPr>
          <a:xfrm>
            <a:off x="5320000" y="4750000"/>
            <a:ext cx="1500000" cy="5080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25400" rIns="12700" bIns="25400" rtlCol="0" anchor="ctr"/>
          <a:lstStyle/>
          <a:p>
            <a:pPr algn="ctr"/>
            <a:r>
              <a:rPr lang="ko-KR" altLang="en-US" sz="1150" b="1">
                <a:solidFill>
                  <a:srgbClr val="FFFFFF"/>
                </a:solidFill>
                <a:latin typeface="Malgun Gothic"/>
                <a:ea typeface="Malgun Gothic"/>
              </a:rPr>
              <a:t>고객사 프로파일링</a:t>
            </a:r>
          </a:p>
        </p:txBody>
      </p:sp>
      <p:sp>
        <p:nvSpPr>
          <p:cNvPr id="111" name="s_mail"/>
          <p:cNvSpPr/>
          <p:nvPr/>
        </p:nvSpPr>
        <p:spPr>
          <a:xfrm>
            <a:off x="7010000" y="4750000"/>
            <a:ext cx="1500000" cy="5080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25400" rIns="12700" bIns="25400" rtlCol="0" anchor="ctr"/>
          <a:lstStyle/>
          <a:p>
            <a:pPr algn="ctr"/>
            <a:r>
              <a:rPr lang="ko-KR" altLang="en-US" sz="1150" b="1">
                <a:solidFill>
                  <a:srgbClr val="FFFFFF"/>
                </a:solidFill>
                <a:latin typeface="Malgun Gothic"/>
                <a:ea typeface="Malgun Gothic"/>
              </a:rPr>
              <a:t>맞춤 메일 발송</a:t>
            </a:r>
          </a:p>
        </p:txBody>
      </p:sp>
      <p:sp>
        <p:nvSpPr>
          <p:cNvPr id="112" name="s_meeting"/>
          <p:cNvSpPr/>
          <p:nvPr/>
        </p:nvSpPr>
        <p:spPr>
          <a:xfrm>
            <a:off x="8700000" y="4750000"/>
            <a:ext cx="1500000" cy="5080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25400" rIns="12700" bIns="25400" rtlCol="0" anchor="ctr"/>
          <a:lstStyle/>
          <a:p>
            <a:pPr algn="ctr"/>
            <a:r>
              <a:rPr lang="ko-KR" altLang="en-US" sz="1150" b="1">
                <a:solidFill>
                  <a:srgbClr val="FFFFFF"/>
                </a:solidFill>
                <a:latin typeface="Malgun Gothic"/>
                <a:ea typeface="Malgun Gothic"/>
              </a:rPr>
              <a:t>미팅 예약 연결</a:t>
            </a:r>
          </a:p>
        </p:txBody>
      </p:sp>
      <p:sp>
        <p:nvSpPr>
          <p:cNvPr id="113" name="n_reply"/>
          <p:cNvSpPr/>
          <p:nvPr/>
        </p:nvSpPr>
        <p:spPr>
          <a:xfrm>
            <a:off x="10390000" y="4750000"/>
            <a:ext cx="1500000" cy="508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25400" rIns="12700" bIns="25400" rtlCol="0" anchor="ctr"/>
          <a:lstStyle/>
          <a:p>
            <a:pPr algn="ctr"/>
            <a:r>
              <a:rPr lang="ko-KR" altLang="en-US" sz="1100" b="1">
                <a:solidFill>
                  <a:srgbClr val="64748B"/>
                </a:solidFill>
                <a:latin typeface="Malgun Gothic"/>
                <a:ea typeface="Malgun Gothic"/>
              </a:rPr>
              <a:t>답장 분류</a:t>
            </a:r>
            <a:r>
              <a:rPr lang="en-US" altLang="ko-KR" sz="1100" b="1">
                <a:solidFill>
                  <a:srgbClr val="64748B"/>
                </a:solidFill>
                <a:latin typeface="Malgun Gothic"/>
                <a:ea typeface="Malgun Gothic"/>
              </a:rPr>
              <a:t>·1</a:t>
            </a:r>
            <a:r>
              <a:rPr lang="ko-KR" altLang="en-US" sz="1100" b="1">
                <a:solidFill>
                  <a:srgbClr val="64748B"/>
                </a:solidFill>
                <a:latin typeface="Malgun Gothic"/>
                <a:ea typeface="Malgun Gothic"/>
              </a:rPr>
              <a:t>차 응대</a:t>
            </a:r>
          </a:p>
        </p:txBody>
      </p:sp>
      <p:cxnSp>
        <p:nvCxnSpPr>
          <p:cNvPr id="114" name="화살표 n_coach -&gt; w_a2"/>
          <p:cNvCxnSpPr>
            <a:cxnSpLocks/>
            <a:stCxn id="107" idx="0"/>
            <a:endCxn id="100" idx="2"/>
          </p:cNvCxnSpPr>
          <p:nvPr/>
        </p:nvCxnSpPr>
        <p:spPr>
          <a:xfrm flipV="1">
            <a:off x="1000000" y="4058000"/>
            <a:ext cx="845000" cy="69200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화살표 s_handoff -&gt; w_a2"/>
          <p:cNvCxnSpPr>
            <a:cxnSpLocks/>
            <a:stCxn id="108" idx="0"/>
            <a:endCxn id="100" idx="2"/>
          </p:cNvCxnSpPr>
          <p:nvPr/>
        </p:nvCxnSpPr>
        <p:spPr>
          <a:xfrm flipH="1" flipV="1">
            <a:off x="1845000" y="4058000"/>
            <a:ext cx="845000" cy="69200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화살표 s_classify -&gt; w_a1"/>
          <p:cNvCxnSpPr>
            <a:cxnSpLocks/>
            <a:stCxn id="109" idx="0"/>
            <a:endCxn id="101" idx="2"/>
          </p:cNvCxnSpPr>
          <p:nvPr/>
        </p:nvCxnSpPr>
        <p:spPr>
          <a:xfrm flipV="1">
            <a:off x="4380000" y="4058000"/>
            <a:ext cx="845000" cy="69200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화살표 s_profile -&gt; w_a1"/>
          <p:cNvCxnSpPr>
            <a:cxnSpLocks/>
            <a:stCxn id="110" idx="0"/>
            <a:endCxn id="101" idx="2"/>
          </p:cNvCxnSpPr>
          <p:nvPr/>
        </p:nvCxnSpPr>
        <p:spPr>
          <a:xfrm flipH="1" flipV="1">
            <a:off x="5225000" y="4058000"/>
            <a:ext cx="845000" cy="69200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화살표 s_mail -&gt; w_b1"/>
          <p:cNvCxnSpPr>
            <a:cxnSpLocks/>
            <a:stCxn id="111" idx="0"/>
            <a:endCxn id="102" idx="2"/>
          </p:cNvCxnSpPr>
          <p:nvPr/>
        </p:nvCxnSpPr>
        <p:spPr>
          <a:xfrm flipV="1">
            <a:off x="7760000" y="4058000"/>
            <a:ext cx="0" cy="69200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화살표 s_meeting -&gt; w_b2"/>
          <p:cNvCxnSpPr>
            <a:cxnSpLocks/>
            <a:stCxn id="112" idx="0"/>
            <a:endCxn id="103" idx="2"/>
          </p:cNvCxnSpPr>
          <p:nvPr/>
        </p:nvCxnSpPr>
        <p:spPr>
          <a:xfrm flipV="1">
            <a:off x="9450000" y="4058000"/>
            <a:ext cx="845000" cy="69200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화살표 n_reply -&gt; w_b2"/>
          <p:cNvCxnSpPr>
            <a:cxnSpLocks/>
            <a:stCxn id="113" idx="0"/>
            <a:endCxn id="103" idx="2"/>
          </p:cNvCxnSpPr>
          <p:nvPr/>
        </p:nvCxnSpPr>
        <p:spPr>
          <a:xfrm flipH="1" flipV="1">
            <a:off x="10295000" y="4058000"/>
            <a:ext cx="845000" cy="69200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화살표 w_a2 -&gt; w_a"/>
          <p:cNvCxnSpPr>
            <a:cxnSpLocks/>
            <a:stCxn id="100" idx="0"/>
            <a:endCxn id="104" idx="2"/>
          </p:cNvCxnSpPr>
          <p:nvPr/>
        </p:nvCxnSpPr>
        <p:spPr>
          <a:xfrm flipV="1">
            <a:off x="1845000" y="2858000"/>
            <a:ext cx="1690000" cy="69200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화살표 w_a1 -&gt; w_a"/>
          <p:cNvCxnSpPr>
            <a:cxnSpLocks/>
            <a:stCxn id="101" idx="0"/>
            <a:endCxn id="104" idx="2"/>
          </p:cNvCxnSpPr>
          <p:nvPr/>
        </p:nvCxnSpPr>
        <p:spPr>
          <a:xfrm flipH="1" flipV="1">
            <a:off x="3535000" y="2858000"/>
            <a:ext cx="1690000" cy="69200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화살표 w_b1 -&gt; w_b"/>
          <p:cNvCxnSpPr>
            <a:cxnSpLocks/>
            <a:stCxn id="102" idx="0"/>
            <a:endCxn id="105" idx="2"/>
          </p:cNvCxnSpPr>
          <p:nvPr/>
        </p:nvCxnSpPr>
        <p:spPr>
          <a:xfrm flipV="1">
            <a:off x="7760000" y="2858000"/>
            <a:ext cx="1267500" cy="69200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화살표 w_b2 -&gt; w_b"/>
          <p:cNvCxnSpPr>
            <a:cxnSpLocks/>
            <a:stCxn id="103" idx="0"/>
            <a:endCxn id="105" idx="2"/>
          </p:cNvCxnSpPr>
          <p:nvPr/>
        </p:nvCxnSpPr>
        <p:spPr>
          <a:xfrm flipH="1" flipV="1">
            <a:off x="9027500" y="2858000"/>
            <a:ext cx="1267500" cy="69200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화살표 w_a -&gt; w_0"/>
          <p:cNvCxnSpPr>
            <a:cxnSpLocks/>
            <a:stCxn id="104" idx="0"/>
            <a:endCxn id="106" idx="2"/>
          </p:cNvCxnSpPr>
          <p:nvPr/>
        </p:nvCxnSpPr>
        <p:spPr>
          <a:xfrm flipV="1">
            <a:off x="3535000" y="1838000"/>
            <a:ext cx="2746250" cy="51200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화살표 w_b -&gt; w_0"/>
          <p:cNvCxnSpPr>
            <a:cxnSpLocks/>
            <a:stCxn id="105" idx="0"/>
            <a:endCxn id="106" idx="2"/>
          </p:cNvCxnSpPr>
          <p:nvPr/>
        </p:nvCxnSpPr>
        <p:spPr>
          <a:xfrm flipH="1" flipV="1">
            <a:off x="6281250" y="1838000"/>
            <a:ext cx="2746250" cy="51200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화살표 s_profile -&gt; w_b1"/>
          <p:cNvCxnSpPr>
            <a:stCxn id="110" idx="0"/>
            <a:endCxn id="102" idx="2"/>
          </p:cNvCxnSpPr>
          <p:nvPr/>
        </p:nvCxnSpPr>
        <p:spPr>
          <a:xfrm flipV="1">
            <a:off x="6070000" y="4058000"/>
            <a:ext cx="1690000" cy="692000"/>
          </a:xfrm>
          <a:prstGeom prst="line">
            <a:avLst/>
          </a:prstGeom>
          <a:ln w="15875">
            <a:solidFill>
              <a:srgbClr val="94A3B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66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Malgun Gothic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Ian Han</cp:lastModifiedBy>
  <cp:revision>6</cp:revision>
  <dcterms:created xsi:type="dcterms:W3CDTF">2013-01-27T09:14:16Z</dcterms:created>
  <dcterms:modified xsi:type="dcterms:W3CDTF">2026-10-29T13:38:27Z</dcterms:modified>
  <cp:category/>
</cp:coreProperties>
</file>